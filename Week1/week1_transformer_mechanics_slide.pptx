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RESEARCH FELLOWSHIP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Engineering Team Fellowship — Week 1
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Mechanics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38404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Julian Duru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THIS WEEK IS ABOUT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2627300" cy="1965960"/>
          </a:xfrm>
          <a:prstGeom prst="roundRect">
            <a:avLst>
              <a:gd name="adj" fmla="val 4186"/>
            </a:avLst>
          </a:prstGeom>
          <a:solidFill>
            <a:srgbClr val="13284D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41401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90088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56616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text become numbers?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15224" y="3086100"/>
            <a:ext cx="201168" cy="219456"/>
          </a:xfrm>
          <a:prstGeom prst="chevron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40532" y="2212848"/>
            <a:ext cx="2627300" cy="1965960"/>
          </a:xfrm>
          <a:prstGeom prst="roundRect">
            <a:avLst>
              <a:gd name="adj" fmla="val 4186"/>
            </a:avLst>
          </a:prstGeom>
          <a:solidFill>
            <a:srgbClr val="13284D"/>
          </a:solidFill>
          <a:ln/>
        </p:spPr>
      </p:sp>
      <p:sp>
        <p:nvSpPr>
          <p:cNvPr id="13" name="Shape 11"/>
          <p:cNvSpPr/>
          <p:nvPr/>
        </p:nvSpPr>
        <p:spPr>
          <a:xfrm>
            <a:off x="3541700" y="241401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4170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41700" y="2990088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41700" y="356616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tokens get meaning?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98555" y="3086100"/>
            <a:ext cx="201168" cy="219456"/>
          </a:xfrm>
          <a:prstGeom prst="chevron">
            <a:avLst/>
          </a:prstGeom>
          <a:solidFill>
            <a:srgbClr val="00B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6223864" y="2212848"/>
            <a:ext cx="2627300" cy="1965960"/>
          </a:xfrm>
          <a:prstGeom prst="roundRect">
            <a:avLst>
              <a:gd name="adj" fmla="val 4186"/>
            </a:avLst>
          </a:prstGeom>
          <a:solidFill>
            <a:srgbClr val="13284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25032" y="241401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25032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25032" y="2990088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25032" y="356616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context mix across tokens?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81887" y="3086100"/>
            <a:ext cx="201168" cy="219456"/>
          </a:xfrm>
          <a:prstGeom prst="chevron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9107195" y="2212848"/>
            <a:ext cx="2627300" cy="1965960"/>
          </a:xfrm>
          <a:prstGeom prst="roundRect">
            <a:avLst>
              <a:gd name="adj" fmla="val 4186"/>
            </a:avLst>
          </a:prstGeom>
          <a:solidFill>
            <a:srgbClr val="13284D"/>
          </a:solidFill>
          <a:ln/>
        </p:spPr>
      </p:sp>
      <p:sp>
        <p:nvSpPr>
          <p:cNvPr id="25" name="Shape 23"/>
          <p:cNvSpPr/>
          <p:nvPr/>
        </p:nvSpPr>
        <p:spPr>
          <a:xfrm>
            <a:off x="9308363" y="241401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08363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308363" y="2990088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308363" y="356616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model pick what's next?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498848"/>
            <a:ext cx="5501488" cy="1691640"/>
          </a:xfrm>
          <a:prstGeom prst="roundRect">
            <a:avLst>
              <a:gd name="adj" fmla="val 4865"/>
            </a:avLst>
          </a:prstGeom>
          <a:solidFill>
            <a:srgbClr val="1A366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4700016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READING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029200"/>
            <a:ext cx="495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“Attention Is All You Need”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al., 2017 — the paper that introduced self-attention and the transformer architecture.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233008" y="4498848"/>
            <a:ext cx="5501488" cy="1691640"/>
          </a:xfrm>
          <a:prstGeom prst="roundRect">
            <a:avLst>
              <a:gd name="adj" fmla="val 4865"/>
            </a:avLst>
          </a:prstGeom>
          <a:solidFill>
            <a:srgbClr val="1A366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07328" y="4700016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07328" y="5029200"/>
            <a:ext cx="495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 two pretrained models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find tokeniser edge cases and compare next-token probability distributions across prompts — no training, just close observation.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1908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the week: build working intuition for what happens inside a forward pass — not just the theory of 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2026-09-25T15:33:25Z</dcterms:created>
  <dcterms:modified xsi:type="dcterms:W3CDTF">2026-09-25T15:33:25Z</dcterms:modified>
</cp:coreProperties>
</file>